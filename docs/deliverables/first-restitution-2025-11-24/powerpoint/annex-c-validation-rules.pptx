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169E1"/>
                </a:solidFill>
              </a:defRPr>
            </a:pPr>
            <a:r>
              <a:t>Annex C: Validation Rules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95+ Validation Rules Documented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A comprehensive catalog of validation rules has been created during the audit. These rules govern work submission quality and data integrity.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Source: `docs/work_in_progress/architecture/` - Validation Pipeline documentation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Rule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1. Pre-submission Validation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Format validation, required fields, data type checking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2. Creator Validation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IPI integration, creator existence, rights verification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3. Work Metadata Validation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Title, ISWC format, work type, territory restrictions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4. Format-Specific Validation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EDI format rules, JSON schema validation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5. Business Logic Validation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Duplicate detection prep, consistency checks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Examples (Representative Sample)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Work Title Validation: Must not be empty, max 512 characters, special character restrictions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ISWC Format Validation: T-123456789-C format enforcement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Creator IPI Validation: IPI number must exist in authoritative database, creator role must be valid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Work Duration Validation: If provided, must be positive integer, format HH:MM:SS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Territory Validation: ISO country codes only, territory conflicts checked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Note: Full catalog available in architecture documentation. Rules are enforced at API level before submission to Matching Engine.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---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