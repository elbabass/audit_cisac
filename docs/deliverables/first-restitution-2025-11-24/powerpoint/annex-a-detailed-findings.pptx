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169E1"/>
                </a:solidFill>
              </a:defRPr>
            </a:pPr>
            <a:r>
              <a:t>Annex A: Detailed Findings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Architecture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C4 Models (4 levels)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Location: `docs/work_in_progress/architecture/`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System Context, Container, Component, Code levels documented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- 12 containers, 30+ relationships mapped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- 6 major subsystems analyzed (Validation, Matching, Processing, Post-Matching, API, Portals)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Component Deep-Dives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Validation Pipeline: 95+ rules documented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Matching Engine Integration: 42+ files analyzed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Processing Pipeline: Databricks workflows mapped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Code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Integration Patterns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Location: `docs/work_in_progress/code_analysis/MatchingEngine_integration.md`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REST API integration analysis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Interface abstractions documented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Performance coupling identified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Upgrade Analysis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Location: `docs/work_in_progress/code_analysis/iswc-v2-upgrade-analysis-2025-11-04.md`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.NET 3.1 → 8.0 changes documented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React 16 → 18 migration details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Security improvements cataloged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Azure Resources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Location: `docs/work_in_progress/infra/infrastructure-azure-reference.md`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- 343 resources inventoried across 4 environments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Resource categories and dependencies mapped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Cost drivers identified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Meeting Transcripts (Primary Sources)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All findings are traceable to these source meetings: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Oct 7, 2025: Audit relaunch (`docs/meetings/20251007-recadrage.md`)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Oct 20, 2025: Workshop 1 with Spanish Point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Oct 21, 2025: Internal discussion revealing strategic context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Oct 21, 2025: Workshop 2 - Documentation &amp; infrastructure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Oct 30, 2025: Checkpoint meeting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Nov 5, 2025: Two workshops (Production/Performance + CI/CD)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Nov 6, 2025: Cloud cost breakdown workshop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Status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Location: `docs/project_management/*-AuditStatus*.md`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Evolution of audit approach and findings documented in timestamped status reports.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---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All references in the presentation slides link back to these source documents.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---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