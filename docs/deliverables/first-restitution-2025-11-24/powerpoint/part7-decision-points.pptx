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crystallize the decisions CISAC leadership must make.</a:t>
            </a:r>
          </a:p>
          <a:p/>
          <a:p>
            <a:r>
              <a:t>**Decision 1: Approve Knowledge Transfer Pilot Test?**</a:t>
            </a:r>
          </a:p>
          <a:p/>
          <a:p>
            <a:r>
              <a:t>**Our recommendation: ✅ YES (High Priority)**</a:t>
            </a:r>
          </a:p>
          <a:p/>
          <a:p>
            <a:r>
              <a:t>This is the single most important investment. €10-20K to validate the €300-600K vendor switch assumption. Start December 2025.</a:t>
            </a:r>
          </a:p>
          <a:p/>
          <a:p>
            <a:r>
              <a:t>Actions required:</a:t>
            </a:r>
          </a:p>
          <a:p/>
          <a:p>
            <a:r>
              <a:t>- Define pilot feature (work with Yann/Moïse)</a:t>
            </a:r>
          </a:p>
          <a:p>
            <a:r>
              <a:t>- Identify independent vendors to approach (French/European .NET shops)</a:t>
            </a:r>
          </a:p>
          <a:p>
            <a:r>
              <a:t>- Allocate budget approval</a:t>
            </a:r>
          </a:p>
          <a:p/>
          <a:p>
            <a:r>
              <a:t>**Decision 2: Initiate Contract Renegotiation?**</a:t>
            </a:r>
          </a:p>
          <a:p/>
          <a:p>
            <a:r>
              <a:t>**Our recommendation: ✅ YES (High Priority)**</a:t>
            </a:r>
          </a:p>
          <a:p/>
          <a:p>
            <a:r>
              <a:t>Use audit findings as leverage. Better terms benefit CISAC whether you stay or switch. Start December 2025, run parallel to pilot test.</a:t>
            </a:r>
          </a:p>
          <a:p/>
          <a:p>
            <a:r>
              <a:t>Priority terms:</a:t>
            </a:r>
          </a:p>
          <a:p/>
          <a:p>
            <a:r>
              <a:t>- CRITICAL: Git history access, IaC templates, cost correlation tooling</a:t>
            </a:r>
          </a:p>
          <a:p>
            <a:r>
              <a:t>- HIGH: Performance SLAs, enhanced DoD, proactive metrics</a:t>
            </a:r>
          </a:p>
          <a:p>
            <a:r>
              <a:t>- MEDIUM: Knowledge transfer docs, ADR practice</a:t>
            </a:r>
          </a:p>
          <a:p/>
          <a:p>
            <a:r>
              <a:t>Action required: Authorize Yann to lead negotiation.</a:t>
            </a:r>
          </a:p>
          <a:p/>
          <a:p>
            <a:r>
              <a:t>**Decision 3: Approve Hyperscale Proposal?**</a:t>
            </a:r>
          </a:p>
          <a:p/>
          <a:p>
            <a:r>
              <a:t>**Our recommendation: ⚠️ HOLD Pending Validation**</a:t>
            </a:r>
          </a:p>
          <a:p/>
          <a:p>
            <a:r>
              <a:t>€40K investment + reserved instance commitment requires performance justification we don't have. Validate SQL bottleneck first. Explore query optimization alternative (€5-10K).</a:t>
            </a:r>
          </a:p>
          <a:p/>
          <a:p>
            <a:r>
              <a:t>Decision timeline: March 2026 after validation.</a:t>
            </a:r>
          </a:p>
          <a:p/>
          <a:p>
            <a:r>
              <a:t>This is SECONDARY priority - governance and vendor strategy are more important.</a:t>
            </a:r>
          </a:p>
          <a:p/>
          <a:p>
            <a:r>
              <a:t>**Decision 4: Research Alternative Matching Engine Vendors?**</a:t>
            </a:r>
          </a:p>
          <a:p/>
          <a:p>
            <a:r>
              <a:t>**Our recommendation: ✅ YES (Medium Priority)**</a:t>
            </a:r>
          </a:p>
          <a:p/>
          <a:p>
            <a:r>
              <a:t>€5-10K market research. Low cost, high strategic value. Strengthens negotiating position even if CISAC never switches.</a:t>
            </a:r>
          </a:p>
          <a:p/>
          <a:p>
            <a:r>
              <a:t>Start January 2026.</a:t>
            </a:r>
          </a:p>
          <a:p/>
          <a:p>
            <a:r>
              <a:t>**Decision 5: Vendor Relationship Strategy Going Forward?**</a:t>
            </a:r>
          </a:p>
          <a:p/>
          <a:p>
            <a:r>
              <a:t>**Our recommendation: ⏸️ DEFER Until Phase 1 Complete**</a:t>
            </a:r>
          </a:p>
          <a:p/>
          <a:p>
            <a:r>
              <a:t>Don't decide today. Wait for:</a:t>
            </a:r>
          </a:p>
          <a:p/>
          <a:p>
            <a:r>
              <a:t>- Pilot test results (February 2026)</a:t>
            </a:r>
          </a:p>
          <a:p>
            <a:r>
              <a:t>- Market research results (February 2026)</a:t>
            </a:r>
          </a:p>
          <a:p>
            <a:r>
              <a:t>- Negotiation outcomes (ongoing through March 2026)</a:t>
            </a:r>
          </a:p>
          <a:p/>
          <a:p>
            <a:r>
              <a:t>Then decide between Path A (vendor transition), Path B (improved relationship), or Path C (partial independence) with actual data.</a:t>
            </a:r>
          </a:p>
          <a:p/>
          <a:p>
            <a:r>
              <a:t>Decision timeline: March 2026.</a:t>
            </a:r>
          </a:p>
          <a:p/>
          <a:p>
            <a:r>
              <a:t>**Summary of Recommendations:**</a:t>
            </a:r>
          </a:p>
          <a:p/>
          <a:p>
            <a:r>
              <a:t>- ✅ **YES:** Pilot test, contract negotiation, market research</a:t>
            </a:r>
          </a:p>
          <a:p>
            <a:r>
              <a:t>- ⚠️ **HOLD:** Hyperscale proposal (validate first)</a:t>
            </a:r>
          </a:p>
          <a:p>
            <a:r>
              <a:t>- ⏸️ **DEFER:** Final vendor strategy (decide with data in March 2026)</a:t>
            </a:r>
          </a:p>
          <a:p/>
          <a:p>
            <a:r>
              <a:t>**Discussion Prompt:** Are there other decisions we haven't addressed that CISAC leadership needs to make?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Let's translate strategy into action. Here's the concrete timeline for the next 4 months.</a:t>
            </a:r>
          </a:p>
          <a:p/>
          <a:p>
            <a:r>
              <a:t>**December 2025 - Launch Phase:**</a:t>
            </a:r>
          </a:p>
          <a:p/>
          <a:p>
            <a:r>
              <a:t>Pilot test setup is the priority. Define the feature, identify vendors, send RFPs. Simultaneously, prepare contract renegotiation - document audit findings, prioritize terms, schedule kickoff with Spanish Point.</a:t>
            </a:r>
          </a:p>
          <a:p/>
          <a:p>
            <a:r>
              <a:t>URGENT: Escalate the pipeline test runner fix. This is blocking since November 4 - unacceptable.</a:t>
            </a:r>
          </a:p>
          <a:p/>
          <a:p>
            <a:r>
              <a:t>**January 2026 - Execution Phase:**</a:t>
            </a:r>
          </a:p>
          <a:p/>
          <a:p>
            <a:r>
              <a:t>Pilot vendor begins development. Monitor weekly - track questions, challenges, Spanish Point cooperation.</a:t>
            </a:r>
          </a:p>
          <a:p/>
          <a:p>
            <a:r>
              <a:t>Start matching engine market research - who else offers music rights matching? Request proposals.</a:t>
            </a:r>
          </a:p>
          <a:p/>
          <a:p>
            <a:r>
              <a:t>Meet with Moïse - get the operational truth about performance. User complaints, actual metrics, pain points.</a:t>
            </a:r>
          </a:p>
          <a:p/>
          <a:p>
            <a:r>
              <a:t>First monthly cost review meeting - CISAC + Spanish Point + Finance. Review December spending, correlate with usage manually until tooling exists.</a:t>
            </a:r>
          </a:p>
          <a:p/>
          <a:p>
            <a:r>
              <a:t>**February 2026 - Evaluation Phase:**</a:t>
            </a:r>
          </a:p>
          <a:p/>
          <a:p>
            <a:r>
              <a:t>Pilot test completes. Feature delivered, tested, evaluated. Success? Partial? Failure?</a:t>
            </a:r>
          </a:p>
          <a:p/>
          <a:p>
            <a:r>
              <a:t>Market research synthesized - alternatives exist? Viable? Compatible?</a:t>
            </a:r>
          </a:p>
          <a:p/>
          <a:p>
            <a:r>
              <a:t>Hyperscale decision preparation - validate SQL bottleneck based on Moïse data and Application Insights analysis.</a:t>
            </a:r>
          </a:p>
          <a:p/>
          <a:p>
            <a:r>
              <a:t>**March 2026 - Decision Phase:**</a:t>
            </a:r>
          </a:p>
          <a:p/>
          <a:p>
            <a:r>
              <a:t>Leadership meeting - present Phase 1 results. Recommend Path A/B/C based on evidence, not assumptions.</a:t>
            </a:r>
          </a:p>
          <a:p/>
          <a:p>
            <a:r>
              <a:t>Hyperscale decision - approve/reject/modify based on validation.</a:t>
            </a:r>
          </a:p>
          <a:p/>
          <a:p>
            <a:r>
              <a:t>Phase 2 planning - execute the chosen strategy with confidence.</a:t>
            </a:r>
          </a:p>
          <a:p/>
          <a:p>
            <a:r>
              <a:t>**Responsibilities are clear:**</a:t>
            </a:r>
          </a:p>
          <a:p/>
          <a:p>
            <a:r>
              <a:t>CISAC leads pilot, negotiation, decisions. Spanish Point delivers fixes and cooperates. Audit team supports with analysis and advisory.</a:t>
            </a:r>
          </a:p>
          <a:p/>
          <a:p>
            <a:r>
              <a:t>**This is a 4-month sprint to gather the data CISAC needs to make a multi-million-euro strategic decision responsibly.**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your time and attention.</a:t>
            </a:r>
          </a:p>
          <a:p/>
          <a:p>
            <a:r>
              <a:t>We've covered a lot of ground today - from the audit journey to technical findings to strategic recommendations. Let's open the floor for discussion.</a:t>
            </a:r>
          </a:p>
          <a:p/>
          <a:p>
            <a:r>
              <a:t>**Key messages to remember:**</a:t>
            </a:r>
          </a:p>
          <a:p/>
          <a:p>
            <a:r>
              <a:t>1. **The platform is technically solid.** Architecture is well-designed, code quality is reasonable, auto-scaling works. These are not the problems.</a:t>
            </a:r>
          </a:p>
          <a:p/>
          <a:p>
            <a:r>
              <a:t>2. **Governance and control are the challenges.** The May 2024 incident, access delays, cost control gaps, transparency issues - these are organizational and relationship issues, not technical failures.</a:t>
            </a:r>
          </a:p>
          <a:p/>
          <a:p>
            <a:r>
              <a:t>3. **Test knowledge transfer before committing.** The €10-20K pilot test is the most important investment we're recommending. It de-risks the €300-600K vendor switch decision.</a:t>
            </a:r>
          </a:p>
          <a:p/>
          <a:p>
            <a:r>
              <a:t>4. **Use audit findings as leverage.** CISAC has negotiating power - use it. Better contract terms are achievable whether you stay or switch.</a:t>
            </a:r>
          </a:p>
          <a:p/>
          <a:p>
            <a:r>
              <a:t>5. **Decide with data in March 2026, not assumptions today.** Run the pilot. Do the research. Gather the evidence. Then decide.</a:t>
            </a:r>
          </a:p>
          <a:p/>
          <a:p>
            <a:r>
              <a:t>**Final deliverable:**</a:t>
            </a:r>
          </a:p>
          <a:p/>
          <a:p>
            <a:r>
              <a:t>We'll deliver the comprehensive final audit report by end of November 2025. It will include all the details, references, and analysis supporting today's presentation.</a:t>
            </a:r>
          </a:p>
          <a:p/>
          <a:p>
            <a:r>
              <a:t>**Next meeting:**</a:t>
            </a:r>
          </a:p>
          <a:p/>
          <a:p>
            <a:r>
              <a:t>We propose a Phase 1 results review in February 2026 - evaluate pilot test outcomes, market research findings, and negotiation progress. At that point, we can provide updated recommendations based on actual results.</a:t>
            </a:r>
          </a:p>
          <a:p/>
          <a:p>
            <a:r>
              <a:t>**Open discussion:**</a:t>
            </a:r>
          </a:p>
          <a:p/>
          <a:p>
            <a:r>
              <a:t>What questions do you have? What concerns need addressing? What decisions can we help clarify?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4169E1"/>
                </a:solidFill>
              </a:defRPr>
            </a:pPr>
            <a:r>
              <a:t>Part 7: Decision Points &amp; Next Steps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169E1"/>
                </a:solidFill>
              </a:defRPr>
            </a:pPr>
            <a:r>
              <a:t>Slide  Five Key Decisions for CISAC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Strategic Decisions Required (November 2025)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DECISION 1: Approve Knowledge Transfer Pilot Test?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┌────────────────────────────────────────────────────────┐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Investment: €10-20K                        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Timeline: December 2025 - February 2026 (2 months)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Risk: Very Low (non-critical feature)     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                                           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OUR RECOMMENDATION: ✅ YES (High Priority) 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                                           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Rationale: Single most important data point for vendor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          independence strategy. €10-20K investment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          de-risks €300-600K decision.    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                                           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Action Required:                           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• Define pilot feature scope              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• Identify independent vendors to approach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• Allocate budget approval                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• Timeline: Start December 2025           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•───────────────────────────────────────────────────────┘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DECISION 2: Initiate Contract Renegotiation?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┌────────────────────────────────────────────────────────┐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Investment: Minimal (legal/negotiation time)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Timeline: December 2025 - March 2026 (parallel to pilot)│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Risk: Low (worst case: status quo continues)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                                           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OUR RECOMMENDATION: ✅ YES (High Priority) 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                                           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Rationale: Use audit findings as leverage. Better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          terms achievable whether CISAC stays or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          switches vendors.               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                                           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Priority Terms:                            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• CRITICAL: Git history, IaC templates, cost tooling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• HIGH: Performance SLAs, enhanced DoD, metrics sharing│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• MEDIUM: Knowledge transfer docs, ADR practice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                                           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Action Required:                           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• Authorize Yann to lead negotiation      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• Define priority vs negotiable terms     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• Timeline: Initiate December 2025        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•───────────────────────────────────────────────────────┘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DECISION 3: Approve Hyperscale Proposal (PSA 5499)?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┌────────────────────────────────────────────────────────┐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Investment: €40K migration + €1,800/month savings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Timeline: Migration ~2-3 months after approval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Risk: Medium (reserved instance = 1-year commitment)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                                           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OUR RECOMMENDATION: ⚠️  HOLD Pending Validation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                                           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Rationale: Bottleneck not validated. Query optimization│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          may achieve similar results at lower cost.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          Secondary priority vs governance issues.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                                           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Actions BEFORE Approval:                   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• Meet with Moïse (production performance data)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• Validate SQL Server bottleneck          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• Explore query optimization alternative (€5-10K)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• Decision by March 2026 with data        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•───────────────────────────────────────────────────────┘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DECISION 4: Research Alternative Matching Engine Vendors?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┌────────────────────────────────────────────────────────┐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Investment: €5-10K (market research, vendor proposals)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Timeline: December 2025 - February 2026 (parallel)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Risk: Very Low (research only, no commitment)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                                           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OUR RECOMMENDATION: ✅ YES (Medium Priority)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                                           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Rationale: Strengthens negotiating position even if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          CISAC never switches. Informs long-term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          strategy. Low cost for high strategic value.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                                           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Scope:                                     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• Identify alternative matching engine vendors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• Request proposals and demos             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• Assess functionality comparison         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• Evaluate API compatibility and integration effort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                                           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Action Required:                           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• Define matching engine requirements spec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• Research music rights technology vendors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• Timeline: Start January 2026            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•───────────────────────────────────────────────────────┘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DECISION 5: Vendor Relationship Strategy Going Forward?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┌────────────────────────────────────────────────────────┐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Timeline: Decision by March 2026 (after Phase 1 results)│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Risk: Depends on path chosen              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                                           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OUR RECOMMENDATION: ⏸️  DEFER Until Phase 1 Complete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                                           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Rationale: Don't decide today. Wait for: 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          • Pilot test results (Feb 2026)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          • Market research results (Feb 2026)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          • Negotiation outcomes (ongoing)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                                           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Possible Paths (decide with data):        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                                           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Path A: Vendor Transition                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  IF: Pilot successful + Alternatives exist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  → 12-24 months, €300-600K, high risk, full independence│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                                           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Path B: Improved Relationship            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  IF: Pilot fails OR no alternatives     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  → Immediate, minimal cost, medium risk, better terms│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                                           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Path C: Partial Independence             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  IF: Mixed results                       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  → Split model: new vendor (app) + Spanish Point (ME)│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                                                 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│ Decision Timeline: March 2026 with Phase 1 data       │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•───────────────────────────────────────────────────────┘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graph TD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A[Five Key Decisions] --&gt; B[1. Pilot Test?]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A --&gt; C[2. Contract Negotiation?]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A --&gt; D[3. Hyperscale Approval?]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A --&gt; E[4. Market Research?]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A --&gt; F[5. Vendor Strategy?]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B --&gt;|YES ✅| G[Dec 2025 - Feb 2026&lt;br/&gt;€10-20K]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C --&gt;|YES ✅| H[Dec 2025 - Mar 2026&lt;br/&gt;Parallel to pilot]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D --&gt;|HOLD ⚠️| I[Validate first&lt;br/&gt;Decision Mar 2026]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E --&gt;|YES ✅| J[Jan 2026 - Feb 2026&lt;br/&gt;€5-10K]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F --&gt;|DEFER ⏸️| K[Decide Mar 2026&lt;br/&gt;After Phase 1 data]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style B fill:#90EE90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style C fill:#90EE90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style D fill:#FFD700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style E fill:#90EE90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style F fill:#87CEEB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169E1"/>
                </a:solidFill>
              </a:defRPr>
            </a:pPr>
            <a:r>
              <a:t>Slide  Immediate Next Steps (December 2025 - March 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Phase 1 Implementation Timeline (Dec 2025 - Mar 2026)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DECEMBER 2025 - Launch Phase</a:t>
            </a: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Week 1-2: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☐ Pilot Test Setup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Define pilot feature scope (CISAC + Audit Team)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Identify 3-5 independent vendors (.NET expertise)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Prepare RFP materials (code, docs, spec)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Send RFP, collect proposals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☐ Contract Renegotiation Preparation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Document audit findings (this presentation + detailed report)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Prioritize contract terms (critical vs nice-to-have)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Legal review of current contract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Schedule negotiation kickoff meeting with Spanish Point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☐ Technical Quick Wins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URGENT: Escalate pipeline test runner fix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Request Databricks upgrade roadmap (due Dec 31)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Schedule January cost review meeting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Week 3-4: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☐ Pilot Test Launch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Select pilot vendor (evaluation of proposals)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Contract signed, NDA in place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Kickoff meeting, materials delivered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Development begins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☐ Contract Negotiation Kickoff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Present audit findings to Spanish Point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Request git history access (immediate priority)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Request IaC templates inclusion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Discuss cost correlation tooling options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JANUARY 2026 - Execution Phase</a:t>
            </a: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Week 1-2: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☐ Pilot Test Monitoring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Weekly check-ins with pilot vendor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Track questions, challenges, progress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Document Spanish Point cooperation level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☐ Matching Engine Market Research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Identify alternative vendors (music rights tech)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Request proposals and technical documentation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Schedule vendor demos/presentations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☐ Performance Validation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Meet with Moïse (production metrics, user complaints)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Review Application Insights data (SQL performance)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Document actual vs. claimed performance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Week 3-4: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☐ Monthly Cost Review (First Meeting)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CISAC + Spanish Point + Finance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Review Dec 2025 spending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Manually correlate with usage (until tooling exists)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Identify anomalies, action items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☐ Contract Negotiation Progress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Git history access resolved? (should be immediate)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IaC templates negotiation status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Cost correlation tooling commitment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Enhanced DoD discussion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FEBRUARY 2026 - Evaluation Phase</a:t>
            </a: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Week 1-2: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☐ Pilot Test Completion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Feature delivery deadline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UAT testing and validation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Code quality review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Comprehensive evaluation report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☐ Market Research Synthesis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Evaluate alternative matching engine proposals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Compare functionality, cost, integration effort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Document feasibility assessment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Prepare summary for leadership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Week 3-4: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☐ Pilot Test Debrief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Internal evaluation: Success/Partial/Failure?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Document lessons learned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Assess knowledge transfer viability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Decision: Proceed with RFP or focus on relationship improvement?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☐ Hyperscale Decision Preparation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Review Moïse performance validation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Assess query optimization feasibility (€5-10K alternative)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Validate SQL bottleneck claim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Prepare recommendation for leadership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MARCH 2026 - Decision Phase</a:t>
            </a: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Week 1-2: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☐ Leadership Decision Meeting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Present Phase 1 results (pilot, research, negotiation)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Recommend Path A/B/C based on data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Decision: Vendor switch vs improved relationship vs partial independence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Budget allocation for Phase 2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☐ Hyperscale Proposal Decision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Approve, reject, or modify based on validation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If approved: Plan migration (Q2 2026)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If rejected: Implement query optimization alternative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Decouple networking security if valuable independently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Week 3-4: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☐ Phase 2 Planning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Based on strategic decision, plan next 6-12 months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Budget allocation and resource planning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Vendor engagement (if transition chosen)</a:t>
            </a:r>
          </a:p>
          <a:p>
            <a:pPr lvl="1">
              <a:defRPr sz="1400">
                <a:solidFill>
                  <a:srgbClr val="000000"/>
                </a:solidFill>
              </a:defRPr>
            </a:pPr>
            <a:r>
              <a:t>• Governance improvement roadmap (if relationship improvement chosen)</a:t>
            </a: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CISAC (Yann + Moïse + Finance):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Pilot feature definition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Vendor selection and contracting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Contract negotiation leadership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Monthly cost review participation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Performance validation (Moïse operational data)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Strategic decision making (March 2026)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Spanish Point: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Git history access delivery (December)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Databricks upgrade roadmap (December)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Pipeline test runner fix (URGENT)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Cost correlation tooling discussion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Contract negotiation participation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Pilot vendor handover cooperation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Audit Team (Teragone-Factory):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Pilot test RFP preparation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Market research coordination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Contract negotiation support (advisory)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Performance validation analysis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Final report delivery (end Nov 2025)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Phase 1 evaluation synthesis (Feb 2026)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gantt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title Phase 1 Timeline (Dec 2025 - Mar 2026)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dateFormat YYYY-MM-DD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section Pilot Test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Setup &amp; RFP           :2025-12-01, 14d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Vendor Selection      :2025-12-15, 7d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Development           :2025-12-22, 45d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Evaluation            :2026-02-05, 14d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section Contract Negotiation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Preparation           :2025-12-01, 14d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Kickoff               :2025-12-15, 7d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Ongoing Negotiation   :2025-12-22, 90d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section Market Research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Vendor Identification :2026-01-06, 14d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Proposals &amp; Demos     :2026-01-20, 21d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Synthesis             :2026-02-10, 10d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section Performance Validation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Moïse Meetings        :2026-01-06, 14d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Data Analysis         :2026-01-20, 14d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section Decision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Phase 1 Evaluation    :2026-02-17, 7d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Leadership Decision   :2026-03-03, 14d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4169E1"/>
                </a:solidFill>
              </a:defRPr>
            </a:pPr>
            <a:r>
              <a:t>Slide  Thank You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Thank You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Questions &amp; Discussion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───────────────────────────────────────────────────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Key Contacts: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Audit Team (Teragone-Factory):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Guillaume Jay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Bastien Gallay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Final Report Delivery: End of November 2025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Next Meeting: TBD (Phase 1 results review - February 2026)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───────────────────────────────────────────────────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Today's Key Messages: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600">
                <a:solidFill>
                  <a:srgbClr val="228B22"/>
                </a:solidFill>
              </a:defRPr>
            </a:pPr>
            <a:r>
              <a:t>✓ Platform is technically solid - not the problem</a:t>
            </a:r>
          </a:p>
          <a:p>
            <a:pPr>
              <a:defRPr sz="1600">
                <a:solidFill>
                  <a:srgbClr val="228B22"/>
                </a:solidFill>
              </a:defRPr>
            </a:pPr>
            <a:r>
              <a:t>✓ Governance and control are the challenges</a:t>
            </a:r>
          </a:p>
          <a:p>
            <a:pPr>
              <a:defRPr sz="1600">
                <a:solidFill>
                  <a:srgbClr val="228B22"/>
                </a:solidFill>
              </a:defRPr>
            </a:pPr>
            <a:r>
              <a:t>✓ Test knowledge transfer before committing to vendor switch</a:t>
            </a:r>
          </a:p>
          <a:p>
            <a:pPr>
              <a:defRPr sz="1600">
                <a:solidFill>
                  <a:srgbClr val="228B22"/>
                </a:solidFill>
              </a:defRPr>
            </a:pPr>
            <a:r>
              <a:t>✓ Use audit findings as leverage for better contract terms</a:t>
            </a:r>
          </a:p>
          <a:p>
            <a:pPr>
              <a:defRPr sz="1600">
                <a:solidFill>
                  <a:srgbClr val="228B22"/>
                </a:solidFill>
              </a:defRPr>
            </a:pPr>
            <a:r>
              <a:t>✓ Decide with data (March 2026), not assumptions (today)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───────────────────────────────────────────────────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800" b="1">
                <a:solidFill>
                  <a:srgbClr val="000000"/>
                </a:solidFill>
              </a:defRPr>
            </a:pPr>
            <a:r>
              <a:t>Open Discussion Topics:</a:t>
            </a:r>
          </a:p>
          <a:p>
            <a:pPr>
              <a:defRPr sz="1400">
                <a:solidFill>
                  <a:srgbClr val="000000"/>
                </a:solidFill>
              </a:defRPr>
            </a:pP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Which pilot feature makes most sense?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What vendors should we approach for pilot test?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Which contract terms are highest priority for CISAC?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What performance issues have users actually reported?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Timeline feasibility - can we execute Phase 1 by March 2026?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Budget allocation - approval for pilot test and market research?</a:t>
            </a:r>
          </a:p>
          <a:p>
            <a:pPr>
              <a:defRPr sz="1400">
                <a:solidFill>
                  <a:srgbClr val="000000"/>
                </a:solidFill>
              </a:defRPr>
            </a:pPr>
            <a:r>
              <a:t>• Other concerns or questions from CISAC leadership?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