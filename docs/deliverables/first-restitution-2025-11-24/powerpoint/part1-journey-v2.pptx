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SA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002F6C"/>
                </a:solidFill>
              </a:defRPr>
            </a:pPr>
            <a:r>
              <a:t>ISWC System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29629B"/>
                </a:solidFill>
              </a:defRPr>
            </a:pPr>
            <a:r>
              <a:t>First Conclusions &amp;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404040"/>
                </a:solidFill>
              </a:defRPr>
            </a:pPr>
            <a:r>
              <a:t>Teragone-Factory</a:t>
            </a:r>
          </a:p>
          <a:p>
            <a:pPr algn="l">
              <a:defRPr sz="2000">
                <a:solidFill>
                  <a:srgbClr val="404040"/>
                </a:solidFill>
              </a:defRPr>
            </a:pPr>
            <a:r>
              <a:t>Guillaume Jay &amp; Bastien Gallay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404040"/>
                </a:solidFill>
              </a:defRPr>
            </a:pPr>
            <a:r>
              <a:t>November 24,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2F6C"/>
                </a:solidFill>
              </a:defRPr>
            </a:pPr>
            <a:r>
              <a:t>The Audit Journey - How We Got Here</a:t>
            </a:r>
          </a:p>
        </p:txBody>
      </p:sp>
      <p:pic>
        <p:nvPicPr>
          <p:cNvPr id="3" name="Picture 2" descr="part1-journey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029200" cy="361154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005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629B"/>
                </a:solidFill>
              </a:defRPr>
            </a:pPr>
            <a:r>
              <a:t>Key Statistics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Budget: 20 man-days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Workshops: 6+ sessions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Azure Resources: 343 analyzed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Code Review: 42+ files</a:t>
            </a:r>
          </a:p>
          <a:p>
            <a:pPr>
              <a:spcBef>
                <a:spcPts val="600"/>
              </a:spcBef>
              <a:defRPr sz="1400">
                <a:solidFill>
                  <a:srgbClr val="404040"/>
                </a:solidFill>
              </a:defRPr>
            </a:pPr>
            <a:r>
              <a:t>Documentation: 95+ validation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04040"/>
                </a:solidFill>
              </a:defRPr>
            </a:pPr>
            <a:r>
              <a:t>From technical assessment to strategic vendor independence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2F6C"/>
                </a:solidFill>
              </a:defRPr>
            </a:pPr>
            <a:r>
              <a:t>The Strategic Pivot - What This Audit Became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629B"/>
                </a:solidFill>
              </a:defRPr>
            </a:pPr>
            <a:r>
              <a:t>What We Were Asked To Do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Validate Hyperscale proposal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Assess architecture quality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Identify technical debt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Migration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629B"/>
                </a:solidFill>
              </a:defRPr>
            </a:pPr>
            <a:r>
              <a:t>What We Actually Discovered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⚠️ Cost control gap (€600K/year)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Platform technically sound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Recently upgraded, maintained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⚠️ Governance gaps - real issue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🔴 Vendor independence unknown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🔴 Knowledge transfer HIGH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1097280"/>
          </a:xfrm>
          <a:prstGeom prst="rect">
            <a:avLst/>
          </a:prstGeom>
          <a:solidFill>
            <a:srgbClr val="F5F5F5"/>
          </a:solidFill>
        </p:spPr>
        <p:txBody>
          <a:bodyPr wrap="square" anchor="ctr">
            <a:spAutoFit/>
          </a:bodyPr>
          <a:lstStyle/>
          <a:p>
            <a:pPr algn="ctr">
              <a:defRPr sz="2400" b="1" i="1">
                <a:solidFill>
                  <a:srgbClr val="002F6C"/>
                </a:solidFill>
              </a:defRPr>
            </a:pPr>
            <a:r>
              <a:t>"The platform is solid. Control is the problem."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