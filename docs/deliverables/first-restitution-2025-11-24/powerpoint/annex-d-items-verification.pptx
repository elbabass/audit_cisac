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4169E1"/>
                </a:solidFill>
              </a:defRPr>
            </a:pPr>
            <a:r>
              <a:t>Annex D: Items Needing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VERIFIED FACTS (High Confidence)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Finding                                               | Evidence                       | Source                          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----------------------------------------------------- | ------------------------------ | ------------------------------------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343 Azure resources deployed                          | Infrastructure inventory       | docs/work_in_progress/infra/    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.NET 3.1 EOL Dec 2022, upgraded to 8.0 Nov 4          | Microsoft docs + code analysis | docs/work_in_progress/code_analysis/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700+ tests in CI/CD pipeline                          | Nov 5 workshop testimony       | Workshop transcript             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Matching Engine REST API integration                  | Code analysis (42+ files)      | MatchingEngine_integration.md   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May-June 2024 production incident (6 months recovery) | Yann testimony                 | Oct 21 transcript, Line 41:40   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CAB established May 2024                              | Yann testimony                 | Oct 21 transcript, Line 11:00   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€50k/month cloud costs (€600K/year)                   | Yann statement                 | Oct 21 transcript, Line 22:23   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No git history provided (zip format only)             | Source code delivery format    | Confirmed Nov 4                 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IaC templates not included (proprietary Smart AIM)    | Nov 5 workshop                 | CI/CD workshop transcript       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No automated cost correlation tooling                 | Spanish Poi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[Content truncated - see full documentation]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ASSUMPTIONS NEEDING VALIDATION (Medium-Low Confidence)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Assumption                                          | Basis                               | Validation Needed                                      | Priority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--------------------------------------------------- | ----------------------------------- | ------------------------------------------------------ | --------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Hyperscale savings: €3,300/month                | Spanish Point PSA5499               | Based on single month average; auto-scaling may vary   | MEDIUM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Vendor switch timeline: 12-24 months            | Audit team estimate                 | Requires detailed vendor proposals and scoping         | HIGH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Vendor switch cost: €300-600K                   | Audit team educated guess           | Requires detailed scoping, very low confidence         | HIGH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Knowledge transfer HIGH RISK                    | Code review observations            | CRITICAL: Pilot test required                      | URGENT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ISWC API rate limit 3-5 req/sec                 | Yann Oct 30 statement               | Not confirmed in Nov 5 workshop; need Moïse validation | MEDIUM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Cost optimization potential: 10-20%             | Audit team estimate (€60-120K/year) | Requires detailed Azure cost breakdown                 | MEDIUM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Matching Engine replacement effort: 6-12 months | Architecture analysis               | Depends on alternatives available (unknown)            | LOW      |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 IaC reconstruction: 1-2 months                  | Audit team estimate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[Content truncated - see full documentation]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CRITICAL UNKNOWNS (Require Investigation)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1. Can independent vendor maintain the code?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Status: UNKNOWN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Validation: €10-20K pilot test (Dec 2025 - Feb 2026)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Impact: Determines vendor switch feasibility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2. Do alternative matching engines exist?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Status: UNKNOWN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Validation: Market research (Jan-Feb 2026)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Impact: Determines Matching Engine lock-in severity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3. Is SQL Server the performance bottleneck?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Status: UNVERIFIED (Spanish Point claims no issues)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Validation: Meet with Moïse, review Application Insights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Impact: Determines Hyperscale proposal justification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4. What are actual production performance metrics?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Status: UNVERIFIED (no proactive dashboards shared)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Validation: Request from Spanish Point or CISAC operational team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Impact: Validates or refutes performance claims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### 5. What does Smart AIM library licensing cost?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Status: UNKNOWN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Validation: Negotiate with Spanish Point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 Impact: Affects vendor switch cost calculation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ITEMS NEEDING CLARIFICATION FROM CISAC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1. What features/improvements are agencies requesting? (Moïse operational knowledge)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2. What are user performance complaints? (Moïse operational knowledge)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3. What is acceptable pilot feature scope? (Yann + Moïse definition)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4. Which contract terms are highest priority? (CISAC leadership input)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5. Is March 2026 decision timeline feasible? (CISAC internal planning)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ITEMS NEEDING CLARIFICATION FROM SPANISH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1. Git history access status (compliance review pending since Nov 5)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2. Databricks upgrade roadmap (version, timeline, cost)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3. Pipeline test runner fix ETA (urgent - blocked since Nov 4)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4. IaC templates inclusion negotiation (standard deliverable vs proprietary)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5. Cost correlation tooling (Spanish Point develops vs CISAC builds)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6. 20-day environment extension justification (why not 0.5 days if IaC exists?)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---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